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9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Create a ticket to solve your Grievances and know the Status of your TICKET being generated?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V="1">
            <a:off x="3352800" y="5334000"/>
            <a:ext cx="3276600" cy="762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1026" name="Picture 2" descr="C:\Users\MAHIMA\AppData\Local\Microsoft\Windows\INetCache\IE\A5H8Y2TA\220_F_196935128_DdOmKeHfIxLjAeGqyWHUrNnXadPjunax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2667000"/>
            <a:ext cx="3802144" cy="3352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 the </a:t>
            </a:r>
            <a:r>
              <a:rPr lang="en-US" dirty="0" smtClean="0"/>
              <a:t>URL https://www.kalpatarumulti.com/</a:t>
            </a:r>
            <a:endParaRPr lang="en-US" dirty="0"/>
          </a:p>
        </p:txBody>
      </p:sp>
      <p:pic>
        <p:nvPicPr>
          <p:cNvPr id="4" name="Content Placeholder 3" descr="925842905s.gif"/>
          <p:cNvPicPr>
            <a:picLocks noGrp="1" noChangeAspect="1"/>
          </p:cNvPicPr>
          <p:nvPr isPhoto="1">
            <p:ph idx="1"/>
          </p:nvPr>
        </p:nvPicPr>
        <p:blipFill>
          <a:blip r:embed="rId2">
            <a:lum/>
          </a:blip>
          <a:stretch>
            <a:fillRect/>
          </a:stretch>
        </p:blipFill>
        <p:spPr>
          <a:xfrm>
            <a:off x="1676400" y="1752600"/>
            <a:ext cx="62484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on CUSTOMER CARE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406" t="15000" r="8433" b="35000"/>
          <a:stretch>
            <a:fillRect/>
          </a:stretch>
        </p:blipFill>
        <p:spPr bwMode="auto">
          <a:xfrm>
            <a:off x="838200" y="2667000"/>
            <a:ext cx="7257977" cy="325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own Arrow 4"/>
          <p:cNvSpPr/>
          <p:nvPr/>
        </p:nvSpPr>
        <p:spPr>
          <a:xfrm>
            <a:off x="6477000" y="1219200"/>
            <a:ext cx="914400" cy="1371600"/>
          </a:xfrm>
          <a:prstGeom prst="downArrow">
            <a:avLst>
              <a:gd name="adj1" fmla="val 50000"/>
              <a:gd name="adj2" fmla="val 450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on CREATE A TICKET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703" t="12500" r="13353" b="16250"/>
          <a:stretch>
            <a:fillRect/>
          </a:stretch>
        </p:blipFill>
        <p:spPr bwMode="auto">
          <a:xfrm>
            <a:off x="603540" y="2165940"/>
            <a:ext cx="6918516" cy="322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own Arrow 4"/>
          <p:cNvSpPr/>
          <p:nvPr/>
        </p:nvSpPr>
        <p:spPr>
          <a:xfrm>
            <a:off x="6248400" y="1295400"/>
            <a:ext cx="762000" cy="3581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on </a:t>
            </a:r>
            <a:r>
              <a:rPr lang="en-US" dirty="0" smtClean="0"/>
              <a:t>CREATE A TICKET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406" t="13750" r="34436" b="30000"/>
          <a:stretch>
            <a:fillRect/>
          </a:stretch>
        </p:blipFill>
        <p:spPr bwMode="auto">
          <a:xfrm>
            <a:off x="1371600" y="2209800"/>
            <a:ext cx="6324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own Arrow 4"/>
          <p:cNvSpPr/>
          <p:nvPr/>
        </p:nvSpPr>
        <p:spPr>
          <a:xfrm>
            <a:off x="2819400" y="1447800"/>
            <a:ext cx="1143000" cy="3810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 the Details as asked !!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406" t="13750" r="16867" b="17500"/>
          <a:stretch>
            <a:fillRect/>
          </a:stretch>
        </p:blipFill>
        <p:spPr bwMode="auto">
          <a:xfrm>
            <a:off x="660088" y="1752600"/>
            <a:ext cx="7645712" cy="408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After clicking on submit a TICKET NO  can be generated by which the status can be checked !!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3353" t="21250" r="16867" b="21250"/>
          <a:stretch>
            <a:fillRect/>
          </a:stretch>
        </p:blipFill>
        <p:spPr bwMode="auto">
          <a:xfrm>
            <a:off x="609600" y="2667000"/>
            <a:ext cx="7391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 rot="10800000" flipV="1">
            <a:off x="1981200" y="4267200"/>
            <a:ext cx="25146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495800" y="388620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Enter ticket no. &amp; CHECK STATUS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MAHIMA\AppData\Local\Microsoft\Windows\INetCache\IE\V69JA8MF\thank_you_PNG118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0440" y="2057397"/>
            <a:ext cx="3563119" cy="2743206"/>
          </a:xfrm>
          <a:prstGeom prst="rect">
            <a:avLst/>
          </a:prstGeom>
          <a:noFill/>
        </p:spPr>
      </p:pic>
      <p:pic>
        <p:nvPicPr>
          <p:cNvPr id="7173" name="Picture 5" descr="C:\Users\MAHIMA\AppData\Local\Microsoft\Windows\INetCache\IE\V69JA8MF\thank_you_PNG118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0440" y="2057397"/>
            <a:ext cx="3563119" cy="2743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Create a ticket to solve your Grievances and know the Status of your TICKET being generated? </vt:lpstr>
      <vt:lpstr>Enter the URL https://www.kalpatarumulti.com/</vt:lpstr>
      <vt:lpstr>Click on CUSTOMER CARE </vt:lpstr>
      <vt:lpstr>Click on CREATE A TICKET</vt:lpstr>
      <vt:lpstr>Click on CREATE A TICKET </vt:lpstr>
      <vt:lpstr>Enter the Details as asked !!</vt:lpstr>
      <vt:lpstr>After clicking on submit a TICKET NO  can be generated by which the status can be checked !!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ticket to solve your Grievances and know the Status of your TICKET being generated? </dc:title>
  <dc:creator>MAHIMA</dc:creator>
  <cp:lastModifiedBy>MAHIMA</cp:lastModifiedBy>
  <cp:revision>3</cp:revision>
  <dcterms:created xsi:type="dcterms:W3CDTF">2006-08-16T00:00:00Z</dcterms:created>
  <dcterms:modified xsi:type="dcterms:W3CDTF">2023-08-14T06:06:55Z</dcterms:modified>
</cp:coreProperties>
</file>