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38562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2730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81022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3243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89813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680428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69666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55243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252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65044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5503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C1589-CAB0-4559-A17F-0135091CA96A}" type="datetimeFigureOut">
              <a:rPr lang="en-GB" smtClean="0"/>
              <a:pPr/>
              <a:t>14/08/2023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7070E-373B-45C7-8B7B-03C7D4BCE4B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80692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lpatarumulti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92" y="487680"/>
            <a:ext cx="1005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 smtClean="0">
              <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</a:ln>
              <a:gradFill flip="none" rotWithShape="1">
                <a:gsLst>
                  <a:gs pos="48000">
                    <a:schemeClr val="accent2">
                      <a:lumMod val="75000"/>
                    </a:schemeClr>
                  </a:gs>
                  <a:gs pos="17999">
                    <a:srgbClr val="99CCFF"/>
                  </a:gs>
                  <a:gs pos="36000">
                    <a:srgbClr val="9966FF"/>
                  </a:gs>
                  <a:gs pos="61000">
                    <a:srgbClr val="CC99FF"/>
                  </a:gs>
                  <a:gs pos="82001">
                    <a:srgbClr val="99CCFF"/>
                  </a:gs>
                  <a:gs pos="100000">
                    <a:srgbClr val="CCCCFF"/>
                  </a:gs>
                </a:gsLst>
                <a:lin ang="8100000" scaled="1"/>
                <a:tileRect/>
              </a:gradFill>
              <a:effectLst>
                <a:outerShdw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  <a:p>
            <a:pPr algn="ctr"/>
            <a:r>
              <a:rPr lang="en-US" sz="3200" b="1" dirty="0" smtClean="0">
                <a:ln>
                  <a:gradFill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5400000" scaled="0"/>
                  </a:gradFill>
                </a:ln>
                <a:gradFill flip="none" rotWithShape="1">
                  <a:gsLst>
                    <a:gs pos="48000">
                      <a:schemeClr val="accent2">
                        <a:lumMod val="75000"/>
                      </a:schemeClr>
                    </a:gs>
                    <a:gs pos="17999">
                      <a:srgbClr val="99CCFF"/>
                    </a:gs>
                    <a:gs pos="36000">
                      <a:srgbClr val="9966FF"/>
                    </a:gs>
                    <a:gs pos="61000">
                      <a:srgbClr val="CC99FF"/>
                    </a:gs>
                    <a:gs pos="82001">
                      <a:srgbClr val="99CCFF"/>
                    </a:gs>
                    <a:gs pos="100000">
                      <a:srgbClr val="CCCCFF"/>
                    </a:gs>
                  </a:gsLst>
                  <a:lin ang="8100000" scaled="1"/>
                  <a:tileRect/>
                </a:gradFill>
                <a:effectLst>
                  <a:outerShdw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Account </a:t>
            </a:r>
            <a:r>
              <a:rPr lang="en-US" sz="3200" b="1" dirty="0" smtClean="0">
                <a:ln>
                  <a:gradFill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5400000" scaled="0"/>
                  </a:gradFill>
                </a:ln>
                <a:gradFill flip="none" rotWithShape="1">
                  <a:gsLst>
                    <a:gs pos="48000">
                      <a:schemeClr val="accent2">
                        <a:lumMod val="75000"/>
                      </a:schemeClr>
                    </a:gs>
                    <a:gs pos="17999">
                      <a:srgbClr val="99CCFF"/>
                    </a:gs>
                    <a:gs pos="36000">
                      <a:srgbClr val="9966FF"/>
                    </a:gs>
                    <a:gs pos="61000">
                      <a:srgbClr val="CC99FF"/>
                    </a:gs>
                    <a:gs pos="82001">
                      <a:srgbClr val="99CCFF"/>
                    </a:gs>
                    <a:gs pos="100000">
                      <a:srgbClr val="CCCCFF"/>
                    </a:gs>
                  </a:gsLst>
                  <a:lin ang="8100000" scaled="1"/>
                  <a:tileRect/>
                </a:gradFill>
                <a:effectLst>
                  <a:outerShdw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ea typeface="Cambria" pitchFamily="18" charset="0"/>
              </a:rPr>
              <a:t>closure process </a:t>
            </a:r>
            <a:endParaRPr lang="en-US" sz="3200" b="1" dirty="0">
              <a:ln>
                <a:gradFill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0"/>
                </a:gradFill>
              </a:ln>
              <a:gradFill flip="none" rotWithShape="1">
                <a:gsLst>
                  <a:gs pos="48000">
                    <a:schemeClr val="accent2">
                      <a:lumMod val="75000"/>
                    </a:schemeClr>
                  </a:gs>
                  <a:gs pos="17999">
                    <a:srgbClr val="99CCFF"/>
                  </a:gs>
                  <a:gs pos="36000">
                    <a:srgbClr val="9966FF"/>
                  </a:gs>
                  <a:gs pos="61000">
                    <a:srgbClr val="CC99FF"/>
                  </a:gs>
                  <a:gs pos="82001">
                    <a:srgbClr val="99CCFF"/>
                  </a:gs>
                  <a:gs pos="100000">
                    <a:srgbClr val="CCCCFF"/>
                  </a:gs>
                </a:gsLst>
                <a:lin ang="8100000" scaled="1"/>
                <a:tileRect/>
              </a:gradFill>
              <a:effectLst>
                <a:outerShdw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Down Arrow 2"/>
          <p:cNvSpPr/>
          <p:nvPr/>
        </p:nvSpPr>
        <p:spPr>
          <a:xfrm>
            <a:off x="5538651" y="2112699"/>
            <a:ext cx="1194816" cy="29992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96768" y="3816096"/>
            <a:ext cx="562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82834" y="5812971"/>
            <a:ext cx="6152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8000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ENTER THE DETAILS AS ASKED </a:t>
            </a:r>
            <a:endParaRPr lang="en-US" sz="3600" b="1" dirty="0">
              <a:ln w="18000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42" y="544610"/>
            <a:ext cx="10058400" cy="5655088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1854926" y="2481943"/>
            <a:ext cx="2521131" cy="16459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0997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7" y="581222"/>
            <a:ext cx="10058400" cy="56550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8669" t="45973" r="31114" b="48789"/>
          <a:stretch/>
        </p:blipFill>
        <p:spPr>
          <a:xfrm>
            <a:off x="5177307" y="3206840"/>
            <a:ext cx="3039414" cy="2962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8268" t="56183" r="32082" b="39339"/>
          <a:stretch/>
        </p:blipFill>
        <p:spPr>
          <a:xfrm>
            <a:off x="5162843" y="3784209"/>
            <a:ext cx="2982351" cy="253220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6609806" y="1371600"/>
            <a:ext cx="679268" cy="14107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4862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0058400" cy="5655088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2129246" y="914400"/>
            <a:ext cx="705394" cy="1554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4727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640" y="821184"/>
            <a:ext cx="10058400" cy="5655088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rot="16200000" flipH="1">
            <a:off x="5833242" y="4645573"/>
            <a:ext cx="1040524" cy="10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02677" y="5318234"/>
            <a:ext cx="8376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Check the Email ID provided by you for the E-SIGN Link</a:t>
            </a:r>
            <a:endParaRPr lang="en-US" sz="1600" dirty="0"/>
          </a:p>
        </p:txBody>
      </p:sp>
    </p:spTree>
    <p:extLst>
      <p:ext uri="{BB962C8B-B14F-4D97-AF65-F5344CB8AC3E}">
        <p14:creationId xmlns="" xmlns:p14="http://schemas.microsoft.com/office/powerpoint/2010/main" val="275738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Your Account closure request will be Acknowledged by us.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For More contact us  @ </a:t>
            </a:r>
            <a:r>
              <a:rPr lang="en-US" b="1" dirty="0" smtClean="0"/>
              <a:t>0755 -4350141</a:t>
            </a:r>
          </a:p>
          <a:p>
            <a:pPr algn="ctr">
              <a:buNone/>
            </a:pPr>
            <a:r>
              <a:rPr lang="en-US" dirty="0" smtClean="0"/>
              <a:t>CORPORATE OFFICE</a:t>
            </a:r>
          </a:p>
          <a:p>
            <a:pPr algn="ctr">
              <a:buNone/>
            </a:pPr>
            <a:r>
              <a:rPr lang="en-US" dirty="0" smtClean="0"/>
              <a:t>Kalpataru Multiplier Ltd</a:t>
            </a:r>
          </a:p>
          <a:p>
            <a:pPr algn="ctr">
              <a:buNone/>
            </a:pPr>
            <a:r>
              <a:rPr lang="en-US" dirty="0" smtClean="0"/>
              <a:t>Hall No. 2, 1st Floor Western Block,</a:t>
            </a:r>
          </a:p>
          <a:p>
            <a:pPr algn="ctr">
              <a:buNone/>
            </a:pPr>
            <a:r>
              <a:rPr lang="en-US" dirty="0" smtClean="0"/>
              <a:t>Above Central Bank, GTB Complex,</a:t>
            </a:r>
          </a:p>
          <a:p>
            <a:pPr algn="ctr">
              <a:buNone/>
            </a:pPr>
            <a:r>
              <a:rPr lang="en-US" dirty="0" smtClean="0"/>
              <a:t>T. T. Nagar, Bhopal-462003</a:t>
            </a:r>
          </a:p>
          <a:p>
            <a:pPr algn="ctr">
              <a:buNone/>
            </a:pPr>
            <a:r>
              <a:rPr lang="en-US" dirty="0" smtClean="0"/>
              <a:t>Website: -</a:t>
            </a:r>
            <a:r>
              <a:rPr lang="en-US" dirty="0" smtClean="0">
                <a:hlinkClick r:id="rId2"/>
              </a:rPr>
              <a:t>https://www.kalpatarumulti.com</a:t>
            </a: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AMITA\AppData\Local\Microsoft\Windows\INetCache\IE\7CAJZMQI\thank_you_PNG118[1]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80584" y="1082037"/>
            <a:ext cx="5902456" cy="454423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73</Words>
  <Application>Microsoft Office PowerPoint</Application>
  <PresentationFormat>Custom</PresentationFormat>
  <Paragraphs>17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Your Account closure request will be Acknowledged by us. 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</dc:creator>
  <cp:lastModifiedBy>MAHIMA</cp:lastModifiedBy>
  <cp:revision>6</cp:revision>
  <dcterms:created xsi:type="dcterms:W3CDTF">2023-08-11T10:29:57Z</dcterms:created>
  <dcterms:modified xsi:type="dcterms:W3CDTF">2023-08-14T06:23:00Z</dcterms:modified>
</cp:coreProperties>
</file>